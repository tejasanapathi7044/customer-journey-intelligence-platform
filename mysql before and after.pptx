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7533197-CF0C-42A3-A7C8-C16FCE696981}">
          <p14:sldIdLst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F9769-8609-629E-DB71-4B08C4C14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45A88F-3308-296D-05E0-5B18F19B2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6482-30DC-BF72-3F22-67C78530F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BB4F-40BA-4E1D-94B0-64BE6E40282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9673C-8ACB-A894-6BF9-BFD89F9AF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ABA14-C40E-E996-D3B8-BA301337E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4F0A-C12F-422F-B58D-F275B117B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780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D0CE3-7036-6DA2-C5DE-161D6D9CC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54434-EC32-A814-2558-1DBE7CD38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4EA3F-BEA2-99E8-BE25-1BC648E78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BB4F-40BA-4E1D-94B0-64BE6E40282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AF192-B006-9563-999D-101690872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B90F9-173B-99A0-9EBF-D13F028E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4F0A-C12F-422F-B58D-F275B117B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613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C5293-4E0A-A9AD-65DF-02077BA0E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E50E3-14D2-3F5A-2F21-F106A2906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E29A5-D6FD-D194-752C-D0B2D677E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BB4F-40BA-4E1D-94B0-64BE6E40282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52FAE-6B83-8A20-E874-CD4853C2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40485-73C7-21FC-E80E-0A28D763B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4F0A-C12F-422F-B58D-F275B117B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317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B2BEA-C1BC-71C1-87F2-46F329FE6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88E88-E7C7-F1BA-7D71-D85964342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25F98-0F66-4337-0505-2FA04CB6D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3B2E6-CF27-1E8B-C5A7-B75521FCB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BB4F-40BA-4E1D-94B0-64BE6E40282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1F763-718B-162F-540C-83AB0B0B9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59E77-A6CE-16A7-2B97-17B277521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4F0A-C12F-422F-B58D-F275B117B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974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9719-3D75-CFEC-4D34-E2D78B89B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0F774-E9D5-B1FF-3B18-6A045EC0F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D7A78-0A04-BA92-8697-5BD6B13C1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3F8CB1-FBBE-25FC-BB72-EE6666F62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358F1-1703-5D28-3122-C01ADE9FC1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AC5FF4-4D28-F497-54DD-90EEB32C4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BB4F-40BA-4E1D-94B0-64BE6E40282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C9C768-122C-047E-1446-CD5CC1F09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A58E83-0F3F-9D66-3170-E8585164F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4F0A-C12F-422F-B58D-F275B117B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354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C4B55-32C2-08AB-DCEF-4815ECB6E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1AF3B9-47BE-4E29-D87A-544EAF01C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BB4F-40BA-4E1D-94B0-64BE6E40282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853E48-7D0D-6281-9500-C5615B2E7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97FD2-56D4-BD6F-3CB8-E336CD76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4F0A-C12F-422F-B58D-F275B117B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614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EE64F0-8DA8-CE09-C794-A6D40E67F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BB4F-40BA-4E1D-94B0-64BE6E40282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7E0FCC-0C41-F5D9-8D3E-81660E21F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3367F-95A8-E3FA-512A-7C9FA82A5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4F0A-C12F-422F-B58D-F275B117B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954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479EA-CA59-DC5D-1B92-D94C18B76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8C3D4-9877-9AB0-50AF-8E0A79F6D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2117B-F111-C5DC-F6C0-5DB0AA6F7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67195-C728-D1A6-9632-96C308FD8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BB4F-40BA-4E1D-94B0-64BE6E40282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FF688-06CD-C3C4-03BC-AD796B70F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889E5-7C32-6B1A-F19A-274957171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4F0A-C12F-422F-B58D-F275B117B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477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8838C-F6BD-2912-8217-9597BFF9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9F8128-6419-CA8E-B916-5ABF1365C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259E7-05DD-628E-6B76-7D8A4F024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CCDBF-358D-1FD6-AC6C-E71BAD056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BB4F-40BA-4E1D-94B0-64BE6E40282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A74CB-A1EB-1227-0B05-E7488B79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724E6-4285-38A1-9708-A920280D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4F0A-C12F-422F-B58D-F275B117B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58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9650-10BC-CB02-2DDD-F3B2B1E93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459D5E-E1F7-E38D-F3D2-74D18C0EC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3F12F-118C-41A7-22FE-A1A207900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BB4F-40BA-4E1D-94B0-64BE6E40282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769A7-4E8C-A325-F7F0-673AE53CF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756EB-E70B-CF8C-3CBC-CD8E5EFD5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4F0A-C12F-422F-B58D-F275B117B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770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D14062-DCA8-7B7C-9DD5-3127E41F1E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68579-E312-115B-3C7D-CF5764C69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90297-D07D-81AD-88C8-8B4D8931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BB4F-40BA-4E1D-94B0-64BE6E40282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53038-61B0-21DD-4C22-D2383786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D1BDC-51D1-06A0-FC08-0220E230A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4F0A-C12F-422F-B58D-F275B117B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750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972C7E-8255-75CB-E1D9-1A3E4421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30CE7-CC0B-AF9F-080F-DFD18DCB1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2FC3A-C2B0-F775-E55D-429E25491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ABB4F-40BA-4E1D-94B0-64BE6E40282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EA349-70C8-FC68-CD48-931E5E3B0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77CEC-CE8A-4BDE-273E-931FAF18C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24F0A-C12F-422F-B58D-F275B117B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516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0CCAACE-815D-4A79-875A-B7EFC28F7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36662E-68C8-1E3B-B9FE-8EEDE4D8E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47E720-A873-3AFA-9AE9-2892669B1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33"/>
          <a:stretch>
            <a:fillRect/>
          </a:stretch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65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0CCAACE-815D-4A79-875A-B7EFC28F7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E9C040-3EDC-7D84-3AF8-56AC3B76C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4" r="20587" b="2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D6F407-AAAC-D6E1-FEEF-7D4854513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4" r="20028" b="2"/>
          <a:stretch>
            <a:fillRect/>
          </a:stretch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143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0CCAACE-815D-4A79-875A-B7EFC28F7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3EA7D8-360C-121E-4576-E18748E68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9" r="23932" b="-1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13DEEA-7B86-BB4A-3F82-8738E6828B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5" r="23499"/>
          <a:stretch>
            <a:fillRect/>
          </a:stretch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16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jasminecruzz3784@gmail.com</dc:creator>
  <cp:lastModifiedBy>jasminecruzz3784@gmail.com</cp:lastModifiedBy>
  <cp:revision>1</cp:revision>
  <dcterms:created xsi:type="dcterms:W3CDTF">2026-06-11T10:47:12Z</dcterms:created>
  <dcterms:modified xsi:type="dcterms:W3CDTF">2026-06-11T11:00:03Z</dcterms:modified>
</cp:coreProperties>
</file>